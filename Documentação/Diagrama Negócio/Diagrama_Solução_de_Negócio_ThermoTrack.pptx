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62B7"/>
    <a:srgbClr val="1565C0"/>
    <a:srgbClr val="B92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3A2BD-FE43-C394-644D-9809C2BB48B6}" v="5" dt="2026-04-23T17:36:1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BEZERRA MENDES" userId="S::leandro.mendes@sptech.school::156320bd-d4be-4e89-8a12-2104928e030c" providerId="AD" clId="Web-{5383A2BD-FE43-C394-644D-9809C2BB48B6}"/>
    <pc:docChg chg="modSld">
      <pc:chgData name="LEANDRO BEZERRA MENDES" userId="S::leandro.mendes@sptech.school::156320bd-d4be-4e89-8a12-2104928e030c" providerId="AD" clId="Web-{5383A2BD-FE43-C394-644D-9809C2BB48B6}" dt="2026-04-23T17:36:10.119" v="1" actId="20577"/>
      <pc:docMkLst>
        <pc:docMk/>
      </pc:docMkLst>
      <pc:sldChg chg="modSp">
        <pc:chgData name="LEANDRO BEZERRA MENDES" userId="S::leandro.mendes@sptech.school::156320bd-d4be-4e89-8a12-2104928e030c" providerId="AD" clId="Web-{5383A2BD-FE43-C394-644D-9809C2BB48B6}" dt="2026-04-23T17:36:10.119" v="1" actId="20577"/>
        <pc:sldMkLst>
          <pc:docMk/>
          <pc:sldMk cId="2426132503" sldId="257"/>
        </pc:sldMkLst>
        <pc:spChg chg="mod">
          <ac:chgData name="LEANDRO BEZERRA MENDES" userId="S::leandro.mendes@sptech.school::156320bd-d4be-4e89-8a12-2104928e030c" providerId="AD" clId="Web-{5383A2BD-FE43-C394-644D-9809C2BB48B6}" dt="2026-04-23T17:36:10.119" v="1" actId="20577"/>
          <ac:spMkLst>
            <pc:docMk/>
            <pc:sldMk cId="2426132503" sldId="257"/>
            <ac:spMk id="4" creationId="{D4BB9814-A261-8105-50A4-5437D9CC75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C599-47DF-82B9-7454-005896E60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F7F9-81FE-1269-000F-F34A43FDD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7D0E-0A9C-0ED5-1E85-FD7841D4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793B-099E-9A66-F469-261D38B4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814F7-AFEF-C704-C948-C226DB80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5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A497-A0DB-6DD7-0043-2E53EF9A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CFA3-16D1-F07C-7515-399163084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C8EE4-2663-A554-3BC3-5D4ACB06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7F47-EC55-43BD-DD17-60447820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A70B8-3D26-61A3-BE52-446B6732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9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2693-6AB3-D38F-0017-FD837A8E7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31AC6-3EA6-B2EB-D2AB-D38AFBE42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9CA01-5300-F3AA-2E48-E45182B4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CE25-8598-E255-72C9-920036E6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CC9D-9E06-A8A5-3200-83B9FB62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0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E186-2BD6-0144-639C-3097F826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6741C-7FE5-369E-3F7D-4919FCB5C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27175-4687-2189-ADE2-598FC31B5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96F47-D544-4716-11A7-FFAB32A5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A6193-5140-331B-9A5A-90C54DFE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40F0-C46E-DD06-9F14-B99868E8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6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9999-1940-61B7-8872-D6A17738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2C2F-988D-84BB-1D93-0773C8C9D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55F05-36B1-DCDD-4DD7-6189D7E1C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10494-86C9-59C9-EDCB-F4BD0F9AA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03B7E-1D8F-27FE-C2B5-8E0B8B1E4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7E7130-5A2D-97D1-A2A5-66A7C4AA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D7D4D-28CE-CA96-2399-D09C8970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C491C-5BA9-2204-2F8C-4C4B5D20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2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CCDC-88DC-E7BC-D6E3-1E2E1C6E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BAD77-FA4B-89B5-D716-2BA26993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6C42B-9CB9-8660-C2D6-9A538F34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6CC1C-6E98-9432-F94E-EE39C1D62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86B21-7176-1DFE-75AA-4E21DBDA7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B3586-80BD-7C30-68B0-4CEA8AF7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7C811-36F2-1954-143D-0770F602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9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F735-5063-3558-A953-F3C4C4AEC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03C8-1A6E-C21C-088B-73BF73BE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37ACC-1AA6-58BD-FA16-0C8DA06B3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A79C4-2EC1-C6EA-DAB8-5A941A12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BDF55-7A50-3967-C800-98408E03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76B9C-8786-D41A-3FCD-DE59316C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3E6D-9CE3-72F0-7917-F0008D10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6BD93-F7C4-003F-36E5-2FD5265FE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D8489-14B5-B043-729A-28D43791C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0C60D-CBBF-D514-C02A-44CCB549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5E67F-009D-B982-33C8-DAAFBA20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F346E-2FFF-F94E-CDD5-FADFFDBE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5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9A6C-30BE-825B-7647-2A0E9B37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88528-F40A-E7B5-CD8F-D1DDB16AE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1F85A-C097-70E5-25F3-0EF478AD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4AEAB-7901-5A06-C37C-BF86E539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C9AE4-13D3-F250-311B-36A08EE0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4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CA0F2-29D0-959D-FB1D-20F9E4977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03260-C2E7-9EF8-61AF-B54C2CE5E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E8CE-66BD-EDDE-2349-EBCCF624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4E27-D5F4-3984-B76A-D7D06D04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C6843-EFE2-3DC9-E3E5-61AD0CD4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3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1B5B2-4E22-6EE8-FB3C-EE40F00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3062D-EF88-6DBC-832D-3FB862FA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0DAE8-4CE2-8CEA-DC6E-45476E5B0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C461E-F61C-4519-9756-2E07C5C9076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4ABFE-76E2-7850-DD84-78B211C9E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AA5A-6BE4-56CB-C00D-ED29642F9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DE2DC-E8B0-44C7-902E-FF9549FDF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3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86D066E-6AD4-1E32-EE73-CEE33D51A0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lumMod val="100000"/>
                </a:srgbClr>
              </a:gs>
              <a:gs pos="100000">
                <a:srgbClr val="B92B27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B9814-A261-8105-50A4-5437D9CC7573}"/>
              </a:ext>
            </a:extLst>
          </p:cNvPr>
          <p:cNvSpPr txBox="1"/>
          <p:nvPr/>
        </p:nvSpPr>
        <p:spPr>
          <a:xfrm>
            <a:off x="122903" y="0"/>
            <a:ext cx="11946194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chemeClr val="bg1"/>
                </a:solidFill>
                <a:latin typeface="Lexend"/>
              </a:rPr>
              <a:t>DIAGRAMA VISÃO DE NEGÓCIOS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308CA-A0A7-F8FC-78AB-31BE4AC044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5833" y="1316212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37044A-586F-6D13-538E-401EFBF70A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98994" y="1316212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F844CFF-A0BA-5EAA-FC01-88B79BD4D4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0040" y="1316212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6602E5D-5EA4-50D7-8914-3A4D258DD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79132" y="1316212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A19FA4-DE12-2EE7-5BC5-A02DDD7324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766" y="4506779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4E4905C-586F-C3CB-2840-63000EE65D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44927" y="4506779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1055FCD-8C57-1F11-6B13-1C2404F22F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25973" y="4506779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620D5A3-8C4B-65B5-0E54-9E321965BD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25065" y="4506779"/>
            <a:ext cx="1667035" cy="119953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B765C-8EBB-689F-2A0C-0F589B27AA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7024" y="2555846"/>
            <a:ext cx="1376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Enfermeira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D9F037-623F-CC4F-B00B-FED9E409FE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19823" y="2575806"/>
            <a:ext cx="262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exend"/>
              </a:rPr>
              <a:t>Registro de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paciente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DAB604-E093-6E5C-3CDC-1AC9BF8972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80039" y="2575806"/>
            <a:ext cx="1667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exend"/>
              </a:rPr>
              <a:t>Registro de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temperatura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C7D1A8-3453-659A-8978-49E813FC4C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75489" y="2575806"/>
            <a:ext cx="187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exend"/>
              </a:rPr>
              <a:t>Coleta de dados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314432-EBEC-87DA-BCB6-D39140ECC6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265" y="5727163"/>
            <a:ext cx="2542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Geração</a:t>
            </a:r>
            <a:r>
              <a:rPr lang="en-US" sz="2000" b="1" dirty="0">
                <a:solidFill>
                  <a:schemeClr val="bg1"/>
                </a:solidFill>
                <a:latin typeface="Lexend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relatórios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em</a:t>
            </a:r>
            <a:r>
              <a:rPr lang="en-US" sz="2000" b="1" dirty="0">
                <a:solidFill>
                  <a:schemeClr val="bg1"/>
                </a:solidFill>
                <a:latin typeface="Lexend"/>
              </a:rPr>
              <a:t> dashboards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F26453-ED91-2B05-90CF-7E3421DC3D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9057" y="5726275"/>
            <a:ext cx="219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Geração</a:t>
            </a:r>
            <a:r>
              <a:rPr lang="en-US" sz="2000" b="1" dirty="0">
                <a:solidFill>
                  <a:schemeClr val="bg1"/>
                </a:solidFill>
                <a:latin typeface="Lexend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alertas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1CE7C4-1138-62F0-87F9-D50FD81894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09894" y="5726275"/>
            <a:ext cx="2099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Validação</a:t>
            </a:r>
            <a:r>
              <a:rPr lang="en-US" sz="2000" b="1" dirty="0">
                <a:solidFill>
                  <a:schemeClr val="bg1"/>
                </a:solidFill>
                <a:latin typeface="Lexend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risco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EEC1D-4E22-6804-DEF7-2F802CC5AB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59195" y="5726275"/>
            <a:ext cx="2198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Recebimento</a:t>
            </a:r>
            <a:r>
              <a:rPr lang="en-US" sz="2000" b="1" dirty="0">
                <a:solidFill>
                  <a:schemeClr val="bg1"/>
                </a:solidFill>
                <a:latin typeface="Lexend"/>
              </a:rPr>
              <a:t> no </a:t>
            </a:r>
            <a:r>
              <a:rPr lang="en-US" sz="2000" b="1" dirty="0" err="1">
                <a:solidFill>
                  <a:schemeClr val="bg1"/>
                </a:solidFill>
                <a:latin typeface="Lexend"/>
              </a:rPr>
              <a:t>sistema</a:t>
            </a:r>
            <a:endParaRPr lang="en-US" sz="2000" b="1" dirty="0">
              <a:solidFill>
                <a:schemeClr val="bg1"/>
              </a:solidFill>
              <a:latin typeface="Lexend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F99D0C3-EAD3-171A-C1F5-00565A4CC3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81" y="1374811"/>
            <a:ext cx="1082337" cy="108233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5E67A95-E714-CB56-2B6A-ABF9B10509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777" y="1388855"/>
            <a:ext cx="1054247" cy="105424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36234FF-846F-5541-15B5-59F939754C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955" y="1681509"/>
            <a:ext cx="468938" cy="46893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BB88F16-A942-51DD-A8E1-4266B975E2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036" y="1274132"/>
            <a:ext cx="1320947" cy="132094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476F648-F4C4-5225-D32C-C7BCC6DCFD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23" y="1874520"/>
            <a:ext cx="389647" cy="38964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1CAE9F1-87D1-0E5E-1A7C-903120D6B7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086" y="1326193"/>
            <a:ext cx="1199535" cy="119953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0BF0E8F-4725-1E4E-43CA-82393D1A7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19" y="4506779"/>
            <a:ext cx="1209936" cy="120993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9BC77AA-F6AA-924E-B09B-45D699D19F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782" y="4473838"/>
            <a:ext cx="1265418" cy="126541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2D225C5-C67B-56B4-2A8F-3E1C17FDD6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361" y="4460146"/>
            <a:ext cx="1295332" cy="129280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C0F486E-F3ED-CB2A-F15B-8BB86716EB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95" y="4473838"/>
            <a:ext cx="1295331" cy="1295331"/>
          </a:xfrm>
          <a:prstGeom prst="rect">
            <a:avLst/>
          </a:prstGeom>
        </p:spPr>
      </p:pic>
      <p:sp>
        <p:nvSpPr>
          <p:cNvPr id="70" name="Arrow: Right 69">
            <a:extLst>
              <a:ext uri="{FF2B5EF4-FFF2-40B4-BE49-F238E27FC236}">
                <a16:creationId xmlns:a16="http://schemas.microsoft.com/office/drawing/2014/main" id="{64F5F45D-A387-7AD8-7A26-470C676561C5}"/>
              </a:ext>
            </a:extLst>
          </p:cNvPr>
          <p:cNvSpPr/>
          <p:nvPr/>
        </p:nvSpPr>
        <p:spPr>
          <a:xfrm>
            <a:off x="2615562" y="1583602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BF40B9C-0BFD-9B58-5D06-AFB5915E8271}"/>
              </a:ext>
            </a:extLst>
          </p:cNvPr>
          <p:cNvSpPr/>
          <p:nvPr/>
        </p:nvSpPr>
        <p:spPr>
          <a:xfrm>
            <a:off x="5645770" y="1583602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73E57D9C-E1DB-E9EA-4C15-9DC26C4F676D}"/>
              </a:ext>
            </a:extLst>
          </p:cNvPr>
          <p:cNvSpPr/>
          <p:nvPr/>
        </p:nvSpPr>
        <p:spPr>
          <a:xfrm>
            <a:off x="8681041" y="1583602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9467AD10-9281-3D37-4093-2E10E62E02F0}"/>
              </a:ext>
            </a:extLst>
          </p:cNvPr>
          <p:cNvSpPr/>
          <p:nvPr/>
        </p:nvSpPr>
        <p:spPr>
          <a:xfrm rot="5400000">
            <a:off x="10178790" y="3390345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E06E1115-48C1-EE86-9302-1DF3C7884A89}"/>
              </a:ext>
            </a:extLst>
          </p:cNvPr>
          <p:cNvSpPr/>
          <p:nvPr/>
        </p:nvSpPr>
        <p:spPr>
          <a:xfrm rot="10800000">
            <a:off x="8594443" y="4794129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6E804107-BAE6-78B8-9188-DFFA515E5AC1}"/>
              </a:ext>
            </a:extLst>
          </p:cNvPr>
          <p:cNvSpPr/>
          <p:nvPr/>
        </p:nvSpPr>
        <p:spPr>
          <a:xfrm rot="10800000">
            <a:off x="5569675" y="4766892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1BD4A092-6C89-705C-7357-E69CD2500071}"/>
              </a:ext>
            </a:extLst>
          </p:cNvPr>
          <p:cNvSpPr/>
          <p:nvPr/>
        </p:nvSpPr>
        <p:spPr>
          <a:xfrm rot="10800000">
            <a:off x="2486904" y="4755544"/>
            <a:ext cx="964124" cy="702005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613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BEZERRA MENDES</dc:creator>
  <cp:lastModifiedBy>LEANDRO BEZERRA MENDES</cp:lastModifiedBy>
  <cp:revision>4</cp:revision>
  <dcterms:created xsi:type="dcterms:W3CDTF">2026-03-24T23:53:02Z</dcterms:created>
  <dcterms:modified xsi:type="dcterms:W3CDTF">2026-04-23T17:36:16Z</dcterms:modified>
</cp:coreProperties>
</file>