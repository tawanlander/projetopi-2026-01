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000000"/>
    <a:srgbClr val="152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692EB-A504-7715-2779-16F4615E1F62}" v="3" dt="2026-04-22T16:06:31.179"/>
    <p1510:client id="{58382B08-DCB3-31D3-6CDF-21D63C39EF43}" v="2" dt="2026-04-23T17:43:58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BEZERRA MENDES" userId="S::leandro.mendes@sptech.school::156320bd-d4be-4e89-8a12-2104928e030c" providerId="AD" clId="Web-{298692EB-A504-7715-2779-16F4615E1F62}"/>
    <pc:docChg chg="modSld">
      <pc:chgData name="LEANDRO BEZERRA MENDES" userId="S::leandro.mendes@sptech.school::156320bd-d4be-4e89-8a12-2104928e030c" providerId="AD" clId="Web-{298692EB-A504-7715-2779-16F4615E1F62}" dt="2026-04-22T16:06:31.179" v="2" actId="20577"/>
      <pc:docMkLst>
        <pc:docMk/>
      </pc:docMkLst>
      <pc:sldChg chg="modSp">
        <pc:chgData name="LEANDRO BEZERRA MENDES" userId="S::leandro.mendes@sptech.school::156320bd-d4be-4e89-8a12-2104928e030c" providerId="AD" clId="Web-{298692EB-A504-7715-2779-16F4615E1F62}" dt="2026-04-22T16:06:31.179" v="2" actId="20577"/>
        <pc:sldMkLst>
          <pc:docMk/>
          <pc:sldMk cId="2453287988" sldId="256"/>
        </pc:sldMkLst>
        <pc:spChg chg="mod">
          <ac:chgData name="LEANDRO BEZERRA MENDES" userId="S::leandro.mendes@sptech.school::156320bd-d4be-4e89-8a12-2104928e030c" providerId="AD" clId="Web-{298692EB-A504-7715-2779-16F4615E1F62}" dt="2026-04-22T16:06:31.179" v="2" actId="20577"/>
          <ac:spMkLst>
            <pc:docMk/>
            <pc:sldMk cId="2453287988" sldId="256"/>
            <ac:spMk id="7" creationId="{25C28757-5697-1402-635C-11FA11FF1543}"/>
          </ac:spMkLst>
        </pc:spChg>
      </pc:sldChg>
    </pc:docChg>
  </pc:docChgLst>
  <pc:docChgLst>
    <pc:chgData name="LEANDRO BEZERRA MENDES" userId="156320bd-d4be-4e89-8a12-2104928e030c" providerId="ADAL" clId="{CD7F83A0-D2D9-449E-98DB-0B7B855714F2}"/>
    <pc:docChg chg="custSel modSld">
      <pc:chgData name="LEANDRO BEZERRA MENDES" userId="156320bd-d4be-4e89-8a12-2104928e030c" providerId="ADAL" clId="{CD7F83A0-D2D9-449E-98DB-0B7B855714F2}" dt="2026-04-23T12:27:04.091" v="6" actId="1076"/>
      <pc:docMkLst>
        <pc:docMk/>
      </pc:docMkLst>
      <pc:sldChg chg="addSp delSp modSp mod">
        <pc:chgData name="LEANDRO BEZERRA MENDES" userId="156320bd-d4be-4e89-8a12-2104928e030c" providerId="ADAL" clId="{CD7F83A0-D2D9-449E-98DB-0B7B855714F2}" dt="2026-04-23T12:27:04.091" v="6" actId="1076"/>
        <pc:sldMkLst>
          <pc:docMk/>
          <pc:sldMk cId="2453287988" sldId="256"/>
        </pc:sldMkLst>
        <pc:picChg chg="add mod">
          <ac:chgData name="LEANDRO BEZERRA MENDES" userId="156320bd-d4be-4e89-8a12-2104928e030c" providerId="ADAL" clId="{CD7F83A0-D2D9-449E-98DB-0B7B855714F2}" dt="2026-04-23T12:27:04.091" v="6" actId="1076"/>
          <ac:picMkLst>
            <pc:docMk/>
            <pc:sldMk cId="2453287988" sldId="256"/>
            <ac:picMk id="5" creationId="{BEA79891-9A50-EA16-DD81-C7D0F1CF0E8E}"/>
          </ac:picMkLst>
        </pc:picChg>
        <pc:picChg chg="del">
          <ac:chgData name="LEANDRO BEZERRA MENDES" userId="156320bd-d4be-4e89-8a12-2104928e030c" providerId="ADAL" clId="{CD7F83A0-D2D9-449E-98DB-0B7B855714F2}" dt="2026-04-23T12:26:33.292" v="0" actId="478"/>
          <ac:picMkLst>
            <pc:docMk/>
            <pc:sldMk cId="2453287988" sldId="256"/>
            <ac:picMk id="15" creationId="{745CFA8B-C2C3-4F10-4222-121DFA5F2056}"/>
          </ac:picMkLst>
        </pc:picChg>
      </pc:sldChg>
    </pc:docChg>
  </pc:docChgLst>
  <pc:docChgLst>
    <pc:chgData name="LEANDRO BEZERRA MENDES" userId="S::leandro.mendes@sptech.school::156320bd-d4be-4e89-8a12-2104928e030c" providerId="AD" clId="Web-{58382B08-DCB3-31D3-6CDF-21D63C39EF43}"/>
    <pc:docChg chg="modSld">
      <pc:chgData name="LEANDRO BEZERRA MENDES" userId="S::leandro.mendes@sptech.school::156320bd-d4be-4e89-8a12-2104928e030c" providerId="AD" clId="Web-{58382B08-DCB3-31D3-6CDF-21D63C39EF43}" dt="2026-04-23T17:43:58.978" v="1" actId="20577"/>
      <pc:docMkLst>
        <pc:docMk/>
      </pc:docMkLst>
      <pc:sldChg chg="modSp">
        <pc:chgData name="LEANDRO BEZERRA MENDES" userId="S::leandro.mendes@sptech.school::156320bd-d4be-4e89-8a12-2104928e030c" providerId="AD" clId="Web-{58382B08-DCB3-31D3-6CDF-21D63C39EF43}" dt="2026-04-23T17:43:58.978" v="1" actId="20577"/>
        <pc:sldMkLst>
          <pc:docMk/>
          <pc:sldMk cId="2453287988" sldId="256"/>
        </pc:sldMkLst>
        <pc:spChg chg="mod">
          <ac:chgData name="LEANDRO BEZERRA MENDES" userId="S::leandro.mendes@sptech.school::156320bd-d4be-4e89-8a12-2104928e030c" providerId="AD" clId="Web-{58382B08-DCB3-31D3-6CDF-21D63C39EF43}" dt="2026-04-23T17:43:58.978" v="1" actId="20577"/>
          <ac:spMkLst>
            <pc:docMk/>
            <pc:sldMk cId="2453287988" sldId="256"/>
            <ac:spMk id="25" creationId="{017C7DD1-92F8-7B08-1207-BC25673AFA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B98B4-E004-49AE-B218-8AA436818D9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EA4A1-B803-4A78-8405-D4D7493EEBA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854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A4A1-B803-4A78-8405-D4D7493EEBA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386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89700-D314-7AD5-2ABF-F10DFDA83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31831B-9B40-0E5F-08BF-349C2D540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C1D851-FC99-CCE8-598B-BCE55616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8C66BA-AC57-7511-FEE5-4FC27C46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75F9F5-3DC8-ACC3-0445-C02B0BFF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40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F0B5F-C508-D0F7-B1FA-A3834B66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2A4526-C831-7F6F-9B84-1E829887E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E26077-B119-6E58-FBEF-D811DE8A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06C882-261C-4797-DCC9-DEFAFCE02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124A2B-2022-40A8-D347-7748EA2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76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A82E1-137E-5578-63AE-29452948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BA3BF3-D416-ECA5-E227-B8325C27C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EA66B5-E7B9-63DF-7FA9-B27025A32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8DFBC-4529-A4EA-43D0-E27B35907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4FDAE5-0932-F69F-E2BC-212A2F18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06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8E739-2A56-F7F1-E88E-CADB2344A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DC8CF1-AA75-80F3-6ECF-92FA7035A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1BA895-BF6B-06A6-8BD4-EA4A265B6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4857C8-CC53-2387-DE09-1CC438D3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1B58D3-C4B8-7B89-B416-BA4055AB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E74C89-AE42-2D97-0222-0EE95A18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30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1F323-2C7D-FB5D-9B58-2293102C0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00A851-267B-FE60-2038-401A4550E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827475-8BB1-BA76-1F7A-5EAD5CF6B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9C20C9-EA17-5FAB-1291-4576C27D5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AA8419-A540-C7F8-3EDC-EDF47313A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D125D2-B494-3B29-020C-FC0B03F22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35D29BD-0556-F842-45C0-AFEB1F583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F4A5AF-9447-BCE9-0EC0-A87BD380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19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2A0BD-1F87-9F4E-78CB-73B4251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386833-D9F9-E062-D17A-64AD8476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1B33BB-4C62-FA05-A904-43273FC2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4D36AD-464D-E3B2-BF9D-604DD20F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11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93C6A25-1148-B658-665F-B8D41CA6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AA4C835-9E41-1728-A0E9-83741818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EE4645-3F35-3E5D-21C1-A76795A1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36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92028-3A72-C2FC-9AD3-A0E8F313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BDC81-EA97-2A9F-347B-CEAFFF16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00B7DC-42F2-9A9C-599E-469BD85B7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0D59F9-2A6E-10BA-4D57-7A1E27522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952B1E-FF76-1C9F-A96A-78AF87AE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971A9A-932B-610C-372E-39F2ED74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99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7B240-1F8E-4F55-3042-D31C2C4F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2BD4B3-392B-5EBF-1D35-E401ECD71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D06C81-9511-EA09-7818-54B19F245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5F9693-099F-8BF4-3485-A6FDBE6A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BBDDD-6B44-19DB-D00D-3122BBE3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86C4EC-A8CC-5EA4-56B0-4D3B7D2B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48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7384E-2527-F310-39A0-4136BBEE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C605E5-E072-7B99-3CD5-00E800130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B116C1-0B51-553F-D267-991077C4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A9D8F3-2D2C-E645-A7CF-CBE1E3A9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D66C81-7DEF-FCA3-FC61-AB3D8089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23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E54970-3FC5-67C5-5701-E1255B453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6B6E92-52E2-13AE-973F-B69116CA6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E94FA1-71F8-C43F-C193-AE8F2C78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E25526-A57F-18B7-6999-0A202CFF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98066A-3F35-15B9-3DAA-8D3ECA06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42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FCADD8C-40ED-CBDA-8A7F-3DC96D8B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F29FAD-7127-5A9F-C3A0-F3AB01D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7E3F15-0642-2F29-31C8-B349D298F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5C032-5CD5-4993-8635-46D77DC7CC21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D794E0-03AD-DC74-B83F-04CC76873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2855E7-5537-290A-DDBE-00775EBA9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27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9A6B3DA-53CC-A09E-E72B-9B2C691CD2D8}"/>
              </a:ext>
            </a:extLst>
          </p:cNvPr>
          <p:cNvSpPr/>
          <p:nvPr/>
        </p:nvSpPr>
        <p:spPr>
          <a:xfrm>
            <a:off x="-44862" y="-31485"/>
            <a:ext cx="12281058" cy="6972300"/>
          </a:xfrm>
          <a:prstGeom prst="rect">
            <a:avLst/>
          </a:prstGeom>
          <a:gradFill flip="none" rotWithShape="1">
            <a:gsLst>
              <a:gs pos="100000">
                <a:srgbClr val="152331"/>
              </a:gs>
              <a:gs pos="0">
                <a:srgbClr val="000000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16B2E9-7121-BD32-04B9-7E902CCF4DFF}"/>
              </a:ext>
            </a:extLst>
          </p:cNvPr>
          <p:cNvSpPr txBox="1"/>
          <p:nvPr/>
        </p:nvSpPr>
        <p:spPr>
          <a:xfrm>
            <a:off x="9270492" y="5688449"/>
            <a:ext cx="30099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TechVita</a:t>
            </a:r>
            <a:endParaRPr lang="en-US" sz="5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endParaRPr lang="pt-BR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DEEB55A-F274-AD9A-C4D0-3DDF079CE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2" y="3008859"/>
            <a:ext cx="842202" cy="84220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FB4D59D-022B-B95C-E761-747F86BFDBC7}"/>
              </a:ext>
            </a:extLst>
          </p:cNvPr>
          <p:cNvSpPr txBox="1"/>
          <p:nvPr/>
        </p:nvSpPr>
        <p:spPr>
          <a:xfrm>
            <a:off x="99586" y="3914745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Enfermeira</a:t>
            </a:r>
            <a:endParaRPr lang="pt-B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999C69-3107-5BD5-252B-5D5AA1E22C30}"/>
              </a:ext>
            </a:extLst>
          </p:cNvPr>
          <p:cNvSpPr txBox="1"/>
          <p:nvPr/>
        </p:nvSpPr>
        <p:spPr>
          <a:xfrm>
            <a:off x="10262946" y="3895797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ThermoTrack</a:t>
            </a:r>
            <a:endParaRPr lang="pt-B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000E00D-7F97-6504-B0FC-909179836F3A}"/>
              </a:ext>
            </a:extLst>
          </p:cNvPr>
          <p:cNvSpPr/>
          <p:nvPr/>
        </p:nvSpPr>
        <p:spPr>
          <a:xfrm>
            <a:off x="3097960" y="298701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0BDE9CD-99A4-3F29-C560-C503F8B4198E}"/>
              </a:ext>
            </a:extLst>
          </p:cNvPr>
          <p:cNvSpPr/>
          <p:nvPr/>
        </p:nvSpPr>
        <p:spPr>
          <a:xfrm>
            <a:off x="5638467" y="4865052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4CE425F-222D-1440-B152-49237314BA4D}"/>
              </a:ext>
            </a:extLst>
          </p:cNvPr>
          <p:cNvSpPr/>
          <p:nvPr/>
        </p:nvSpPr>
        <p:spPr>
          <a:xfrm>
            <a:off x="5638466" y="2971800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9B7F3D9F-E8FA-0800-4A92-34FBCCBB2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626" y="2987013"/>
            <a:ext cx="914400" cy="9144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F6113074-74B8-B608-F60B-A636FFA05B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180" y="4908766"/>
            <a:ext cx="826972" cy="826972"/>
          </a:xfrm>
          <a:prstGeom prst="rect">
            <a:avLst/>
          </a:prstGeom>
        </p:spPr>
      </p:pic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9C02DA1A-A58B-1374-E764-8298E3D6EAED}"/>
              </a:ext>
            </a:extLst>
          </p:cNvPr>
          <p:cNvSpPr/>
          <p:nvPr/>
        </p:nvSpPr>
        <p:spPr>
          <a:xfrm>
            <a:off x="100254" y="2971800"/>
            <a:ext cx="1828800" cy="9144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90F726B-B855-D7D4-0C79-6550C4B80999}"/>
              </a:ext>
            </a:extLst>
          </p:cNvPr>
          <p:cNvSpPr/>
          <p:nvPr/>
        </p:nvSpPr>
        <p:spPr>
          <a:xfrm>
            <a:off x="10262946" y="2971800"/>
            <a:ext cx="1828800" cy="9144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FBFB218-7D75-65DE-4587-6F8BBF9FCD86}"/>
              </a:ext>
            </a:extLst>
          </p:cNvPr>
          <p:cNvSpPr/>
          <p:nvPr/>
        </p:nvSpPr>
        <p:spPr>
          <a:xfrm>
            <a:off x="5410200" y="1994333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Banco de Dados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C9F37339-04B9-09B3-88AB-7B1EB9A963A4}"/>
              </a:ext>
            </a:extLst>
          </p:cNvPr>
          <p:cNvSpPr/>
          <p:nvPr/>
        </p:nvSpPr>
        <p:spPr>
          <a:xfrm>
            <a:off x="8251531" y="2970085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B866E2C9-F30B-544E-4756-2882FF98331A}"/>
              </a:ext>
            </a:extLst>
          </p:cNvPr>
          <p:cNvSpPr/>
          <p:nvPr/>
        </p:nvSpPr>
        <p:spPr>
          <a:xfrm>
            <a:off x="557454" y="621348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78478398-757E-9895-7970-698C590800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19" y="676999"/>
            <a:ext cx="676469" cy="676469"/>
          </a:xfrm>
          <a:prstGeom prst="rect">
            <a:avLst/>
          </a:prstGeom>
        </p:spPr>
      </p:pic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0953E8AD-447E-D383-D636-B69389C590D2}"/>
              </a:ext>
            </a:extLst>
          </p:cNvPr>
          <p:cNvCxnSpPr>
            <a:cxnSpLocks/>
          </p:cNvCxnSpPr>
          <p:nvPr/>
        </p:nvCxnSpPr>
        <p:spPr>
          <a:xfrm rot="5400000">
            <a:off x="10763848" y="2498231"/>
            <a:ext cx="82296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D78D11CA-8A19-5666-F4E7-57A8800C8469}"/>
              </a:ext>
            </a:extLst>
          </p:cNvPr>
          <p:cNvSpPr/>
          <p:nvPr/>
        </p:nvSpPr>
        <p:spPr>
          <a:xfrm>
            <a:off x="5638467" y="1078548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5C28757-5697-1402-635C-11FA11FF1543}"/>
              </a:ext>
            </a:extLst>
          </p:cNvPr>
          <p:cNvSpPr/>
          <p:nvPr/>
        </p:nvSpPr>
        <p:spPr>
          <a:xfrm>
            <a:off x="5409867" y="3901413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595959"/>
                </a:solidFill>
                <a:latin typeface="Arial"/>
                <a:cs typeface="Arial"/>
              </a:rPr>
              <a:t>APIs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CAF1E6F-3E62-77D2-A93F-D216E8CEFD2D}"/>
              </a:ext>
            </a:extLst>
          </p:cNvPr>
          <p:cNvSpPr/>
          <p:nvPr/>
        </p:nvSpPr>
        <p:spPr>
          <a:xfrm>
            <a:off x="5409867" y="5762784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Solução</a:t>
            </a:r>
            <a:r>
              <a:rPr lang="en-US" sz="12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FF92BA4-10C6-E1F7-3D55-7E9E278E7DB6}"/>
              </a:ext>
            </a:extLst>
          </p:cNvPr>
          <p:cNvSpPr/>
          <p:nvPr/>
        </p:nvSpPr>
        <p:spPr>
          <a:xfrm>
            <a:off x="2869026" y="3886200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28D4DCA-EA7C-4260-8EC6-8D270867B6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124" y="3036743"/>
            <a:ext cx="781084" cy="78108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C4A8B85A-D706-5798-4988-AF00F93E17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889" y="1046612"/>
            <a:ext cx="987554" cy="987554"/>
          </a:xfrm>
          <a:prstGeom prst="rect">
            <a:avLst/>
          </a:prstGeom>
        </p:spPr>
      </p:pic>
      <p:sp>
        <p:nvSpPr>
          <p:cNvPr id="14" name="Elipse 13">
            <a:extLst>
              <a:ext uri="{FF2B5EF4-FFF2-40B4-BE49-F238E27FC236}">
                <a16:creationId xmlns:a16="http://schemas.microsoft.com/office/drawing/2014/main" id="{3F3340BF-296D-E9B0-206A-E89FB3300BBF}"/>
              </a:ext>
            </a:extLst>
          </p:cNvPr>
          <p:cNvSpPr/>
          <p:nvPr/>
        </p:nvSpPr>
        <p:spPr>
          <a:xfrm>
            <a:off x="10718132" y="621348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5DE4859-2956-7402-CED2-3B1789123627}"/>
              </a:ext>
            </a:extLst>
          </p:cNvPr>
          <p:cNvSpPr/>
          <p:nvPr/>
        </p:nvSpPr>
        <p:spPr>
          <a:xfrm>
            <a:off x="5409867" y="476439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Máquina</a:t>
            </a:r>
            <a:r>
              <a:rPr lang="en-US" sz="12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Virtual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73B0D38-2E62-29BE-335D-AA44E13D1AE9}"/>
              </a:ext>
            </a:extLst>
          </p:cNvPr>
          <p:cNvSpPr/>
          <p:nvPr/>
        </p:nvSpPr>
        <p:spPr>
          <a:xfrm>
            <a:off x="5181266" y="941245"/>
            <a:ext cx="1828800" cy="54864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017C7DD1-92F8-7B08-1207-BC25673AFA5C}"/>
              </a:ext>
            </a:extLst>
          </p:cNvPr>
          <p:cNvSpPr/>
          <p:nvPr/>
        </p:nvSpPr>
        <p:spPr>
          <a:xfrm>
            <a:off x="8021803" y="3886200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595959"/>
                </a:solidFill>
                <a:latin typeface="Arial"/>
                <a:cs typeface="Arial"/>
              </a:rPr>
              <a:t>Módulo </a:t>
            </a:r>
            <a:r>
              <a:rPr lang="en-US" sz="1200" b="1" err="1">
                <a:solidFill>
                  <a:srgbClr val="595959"/>
                </a:solidFill>
                <a:latin typeface="Arial"/>
                <a:cs typeface="Arial"/>
              </a:rPr>
              <a:t>Wifi</a:t>
            </a:r>
            <a:endParaRPr lang="pt-BR" sz="1200" b="1">
              <a:solidFill>
                <a:srgbClr val="595959"/>
              </a:solidFill>
              <a:latin typeface="Arial"/>
              <a:cs typeface="Arial"/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AF407299-3BBB-6ED0-DE79-196D20C37C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219" y="2953030"/>
            <a:ext cx="942767" cy="942767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DC75D576-0753-1207-7D63-B897BEBC83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552" y="737770"/>
            <a:ext cx="681555" cy="681555"/>
          </a:xfrm>
          <a:prstGeom prst="rect">
            <a:avLst/>
          </a:prstGeom>
        </p:spPr>
      </p:pic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97F45E7-A32F-0145-7FA4-384404DC6313}"/>
              </a:ext>
            </a:extLst>
          </p:cNvPr>
          <p:cNvSpPr/>
          <p:nvPr/>
        </p:nvSpPr>
        <p:spPr>
          <a:xfrm>
            <a:off x="10489529" y="1552117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Paciente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0846715-1AF0-07A8-1C73-8FE8416B3B3E}"/>
              </a:ext>
            </a:extLst>
          </p:cNvPr>
          <p:cNvSpPr/>
          <p:nvPr/>
        </p:nvSpPr>
        <p:spPr>
          <a:xfrm>
            <a:off x="330871" y="1563865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048CA91F-A499-4FED-0109-A1FBF32283B3}"/>
              </a:ext>
            </a:extLst>
          </p:cNvPr>
          <p:cNvCxnSpPr>
            <a:cxnSpLocks/>
          </p:cNvCxnSpPr>
          <p:nvPr/>
        </p:nvCxnSpPr>
        <p:spPr>
          <a:xfrm rot="10800000">
            <a:off x="9251278" y="3419613"/>
            <a:ext cx="82296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1A49FA32-DE28-540D-288A-28CB21820E91}"/>
              </a:ext>
            </a:extLst>
          </p:cNvPr>
          <p:cNvCxnSpPr>
            <a:cxnSpLocks/>
          </p:cNvCxnSpPr>
          <p:nvPr/>
        </p:nvCxnSpPr>
        <p:spPr>
          <a:xfrm rot="10800000">
            <a:off x="7211662" y="3419614"/>
            <a:ext cx="82296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383E9E74-FFC5-6336-170A-D01973F548DF}"/>
              </a:ext>
            </a:extLst>
          </p:cNvPr>
          <p:cNvCxnSpPr>
            <a:cxnSpLocks/>
          </p:cNvCxnSpPr>
          <p:nvPr/>
        </p:nvCxnSpPr>
        <p:spPr>
          <a:xfrm>
            <a:off x="2130216" y="3419608"/>
            <a:ext cx="82296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967174B5-56BA-7802-D130-5C81339F408B}"/>
              </a:ext>
            </a:extLst>
          </p:cNvPr>
          <p:cNvCxnSpPr>
            <a:cxnSpLocks/>
          </p:cNvCxnSpPr>
          <p:nvPr/>
        </p:nvCxnSpPr>
        <p:spPr>
          <a:xfrm rot="10800000">
            <a:off x="4154452" y="3419609"/>
            <a:ext cx="82296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88017BC4-24E6-086D-6CAA-1ADAA3BD7710}"/>
              </a:ext>
            </a:extLst>
          </p:cNvPr>
          <p:cNvCxnSpPr>
            <a:cxnSpLocks/>
          </p:cNvCxnSpPr>
          <p:nvPr/>
        </p:nvCxnSpPr>
        <p:spPr>
          <a:xfrm rot="5400000">
            <a:off x="602506" y="2498232"/>
            <a:ext cx="82296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4B6AA7C4-3C64-44E7-ED58-ABCA1BF1505D}"/>
              </a:ext>
            </a:extLst>
          </p:cNvPr>
          <p:cNvCxnSpPr>
            <a:cxnSpLocks/>
          </p:cNvCxnSpPr>
          <p:nvPr/>
        </p:nvCxnSpPr>
        <p:spPr>
          <a:xfrm rot="5400000">
            <a:off x="4868625" y="3174554"/>
            <a:ext cx="1296158" cy="3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32E5C886-A796-C00C-373D-332B2C0256CA}"/>
              </a:ext>
            </a:extLst>
          </p:cNvPr>
          <p:cNvCxnSpPr>
            <a:cxnSpLocks/>
          </p:cNvCxnSpPr>
          <p:nvPr/>
        </p:nvCxnSpPr>
        <p:spPr>
          <a:xfrm rot="5400000">
            <a:off x="4868624" y="5060697"/>
            <a:ext cx="1296158" cy="3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9D028401-CEDF-78CC-823D-ABBDC91F15A0}"/>
              </a:ext>
            </a:extLst>
          </p:cNvPr>
          <p:cNvCxnSpPr>
            <a:cxnSpLocks/>
          </p:cNvCxnSpPr>
          <p:nvPr/>
        </p:nvCxnSpPr>
        <p:spPr>
          <a:xfrm rot="16200000">
            <a:off x="6026552" y="5060696"/>
            <a:ext cx="1296158" cy="3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0994B48F-1E8F-E306-9FB4-3149DEF96870}"/>
              </a:ext>
            </a:extLst>
          </p:cNvPr>
          <p:cNvCxnSpPr>
            <a:cxnSpLocks/>
          </p:cNvCxnSpPr>
          <p:nvPr/>
        </p:nvCxnSpPr>
        <p:spPr>
          <a:xfrm rot="16200000">
            <a:off x="6005582" y="3174553"/>
            <a:ext cx="1296158" cy="3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EA79891-9A50-EA16-DD81-C7D0F1CF0E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918" y="3044876"/>
            <a:ext cx="764817" cy="76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87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02CCEC-B22B-079B-BE84-FAEF4DDD9E44}"/>
              </a:ext>
            </a:extLst>
          </p:cNvPr>
          <p:cNvSpPr/>
          <p:nvPr/>
        </p:nvSpPr>
        <p:spPr>
          <a:xfrm>
            <a:off x="-93407" y="-157316"/>
            <a:ext cx="12378813" cy="71726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05F33-07D5-54DE-1B65-0C13AC1B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Participantes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A997-C78C-BC03-3A37-B36A3B835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solidFill>
                  <a:schemeClr val="bg1"/>
                </a:solidFill>
              </a:rPr>
              <a:t>Andressa Lustro, </a:t>
            </a:r>
          </a:p>
          <a:p>
            <a:r>
              <a:rPr lang="pt-BR" dirty="0">
                <a:solidFill>
                  <a:schemeClr val="bg1"/>
                </a:solidFill>
              </a:rPr>
              <a:t>Gabriel Ortiz,</a:t>
            </a:r>
          </a:p>
          <a:p>
            <a:r>
              <a:rPr lang="pt-BR" dirty="0">
                <a:solidFill>
                  <a:schemeClr val="bg1"/>
                </a:solidFill>
              </a:rPr>
              <a:t> Gustavo de Souza, </a:t>
            </a:r>
          </a:p>
          <a:p>
            <a:r>
              <a:rPr lang="pt-BR" dirty="0">
                <a:solidFill>
                  <a:schemeClr val="bg1"/>
                </a:solidFill>
              </a:rPr>
              <a:t>Leandro Bezerra, </a:t>
            </a:r>
          </a:p>
          <a:p>
            <a:r>
              <a:rPr lang="pt-BR" dirty="0">
                <a:solidFill>
                  <a:schemeClr val="bg1"/>
                </a:solidFill>
              </a:rPr>
              <a:t>Tawan Lander, </a:t>
            </a:r>
          </a:p>
          <a:p>
            <a:r>
              <a:rPr lang="pt-BR" dirty="0">
                <a:solidFill>
                  <a:schemeClr val="bg1"/>
                </a:solidFill>
              </a:rPr>
              <a:t>Vinícius Guimarães. 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Grupo 8 ADSB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1723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43</Words>
  <Application>Microsoft Office PowerPoint</Application>
  <PresentationFormat>Widescreen</PresentationFormat>
  <Paragraphs>23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do Office</vt:lpstr>
      <vt:lpstr>PowerPoint Presentation</vt:lpstr>
      <vt:lpstr>Participantes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Mendes</dc:creator>
  <cp:lastModifiedBy>LEANDRO BEZERRA MENDES</cp:lastModifiedBy>
  <cp:revision>10</cp:revision>
  <dcterms:created xsi:type="dcterms:W3CDTF">2026-04-12T15:52:18Z</dcterms:created>
  <dcterms:modified xsi:type="dcterms:W3CDTF">2026-04-23T17:44:01Z</dcterms:modified>
</cp:coreProperties>
</file>