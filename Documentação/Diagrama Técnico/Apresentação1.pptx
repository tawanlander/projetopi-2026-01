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000000"/>
    <a:srgbClr val="1523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6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EB98B4-E004-49AE-B218-8AA436818D91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EA4A1-B803-4A78-8405-D4D7493EEBA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8549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FEA4A1-B803-4A78-8405-D4D7493EEBA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3386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89700-D314-7AD5-2ABF-F10DFDA83D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631831B-9B40-0E5F-08BF-349C2D540B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C1D851-FC99-CCE8-598B-BCE55616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8C66BA-AC57-7511-FEE5-4FC27C466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75F9F5-3DC8-ACC3-0445-C02B0BFF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9400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6F0B5F-C508-D0F7-B1FA-A3834B66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2A4526-C831-7F6F-9B84-1E829887E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E26077-B119-6E58-FBEF-D811DE8A3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06C882-261C-4797-DCC9-DEFAFCE02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124A2B-2022-40A8-D347-7748EA28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76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A82E1-137E-5578-63AE-29452948E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BA3BF3-D416-ECA5-E227-B8325C27C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EA66B5-E7B9-63DF-7FA9-B27025A32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68DFBC-4529-A4EA-43D0-E27B35907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4FDAE5-0932-F69F-E2BC-212A2F18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406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8E739-2A56-F7F1-E88E-CADB2344A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DC8CF1-AA75-80F3-6ECF-92FA7035A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1BA895-BF6B-06A6-8BD4-EA4A265B6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74857C8-CC53-2387-DE09-1CC438D3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1B58D3-C4B8-7B89-B416-BA4055AB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E74C89-AE42-2D97-0222-0EE95A180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303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B1F323-2C7D-FB5D-9B58-2293102C0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00A851-267B-FE60-2038-401A4550E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827475-8BB1-BA76-1F7A-5EAD5CF6B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F9C20C9-EA17-5FAB-1291-4576C27D5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9AA8419-A540-C7F8-3EDC-EDF47313A9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3D125D2-B494-3B29-020C-FC0B03F22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35D29BD-0556-F842-45C0-AFEB1F583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F4A5AF-9447-BCE9-0EC0-A87BD3805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193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2A0BD-1F87-9F4E-78CB-73B4251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5386833-D9F9-E062-D17A-64AD84763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B1B33BB-4C62-FA05-A904-43273FC25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54D36AD-464D-E3B2-BF9D-604DD20F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4119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93C6A25-1148-B658-665F-B8D41CA60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AA4C835-9E41-1728-A0E9-83741818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EE4645-3F35-3E5D-21C1-A76795A1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7361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92028-3A72-C2FC-9AD3-A0E8F313A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BDC81-EA97-2A9F-347B-CEAFFF168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00B7DC-42F2-9A9C-599E-469BD85B7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50D59F9-2A6E-10BA-4D57-7A1E27522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E952B1E-FF76-1C9F-A96A-78AF87AE7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971A9A-932B-610C-372E-39F2ED74F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799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7B240-1F8E-4F55-3042-D31C2C4F6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E2BD4B3-392B-5EBF-1D35-E401ECD715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9D06C81-9511-EA09-7818-54B19F245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5F9693-099F-8BF4-3485-A6FDBE6AD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BBDDD-6B44-19DB-D00D-3122BBE33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86C4EC-A8CC-5EA4-56B0-4D3B7D2B3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48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77384E-2527-F310-39A0-4136BBEE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0C605E5-E072-7B99-3CD5-00E800130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B116C1-0B51-553F-D267-991077C4F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A9D8F3-2D2C-E645-A7CF-CBE1E3A9E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D66C81-7DEF-FCA3-FC61-AB3D8089F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6235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EE54970-3FC5-67C5-5701-E1255B453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6B6E92-52E2-13AE-973F-B69116CA6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E94FA1-71F8-C43F-C193-AE8F2C780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5C032-5CD5-4993-8635-46D77DC7CC21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E25526-A57F-18B7-6999-0A202CFF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98066A-3F35-15B9-3DAA-8D3ECA067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421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FCADD8C-40ED-CBDA-8A7F-3DC96D8B0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F29FAD-7127-5A9F-C3A0-F3AB01D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7E3F15-0642-2F29-31C8-B349D298F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5C032-5CD5-4993-8635-46D77DC7CC21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D794E0-03AD-DC74-B83F-04CC76873B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2855E7-5537-290A-DDBE-00775EBA99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B1505-A525-47A5-8BFA-8B701BD082DE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8274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9A6B3DA-53CC-A09E-E72B-9B2C691CD2D8}"/>
              </a:ext>
            </a:extLst>
          </p:cNvPr>
          <p:cNvSpPr/>
          <p:nvPr/>
        </p:nvSpPr>
        <p:spPr>
          <a:xfrm>
            <a:off x="-44862" y="-49535"/>
            <a:ext cx="12281058" cy="6972300"/>
          </a:xfrm>
          <a:prstGeom prst="rect">
            <a:avLst/>
          </a:prstGeom>
          <a:gradFill flip="none" rotWithShape="1">
            <a:gsLst>
              <a:gs pos="100000">
                <a:srgbClr val="152331"/>
              </a:gs>
              <a:gs pos="0">
                <a:srgbClr val="000000"/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C7C78B2-78E6-27BA-D12A-9B4D4EE38D8A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ellipse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D16B2E9-7121-BD32-04B9-7E902CCF4DFF}"/>
              </a:ext>
            </a:extLst>
          </p:cNvPr>
          <p:cNvSpPr txBox="1"/>
          <p:nvPr/>
        </p:nvSpPr>
        <p:spPr>
          <a:xfrm>
            <a:off x="9270492" y="5688449"/>
            <a:ext cx="30099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TechVita</a:t>
            </a:r>
            <a:endParaRPr lang="en-US" sz="5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  <a:endParaRPr lang="pt-BR" sz="2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DEEB55A-F274-AD9A-C4D0-3DDF079CE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457" y="3007899"/>
            <a:ext cx="842202" cy="84220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3FB4D59D-022B-B95C-E761-747F86BFDBC7}"/>
              </a:ext>
            </a:extLst>
          </p:cNvPr>
          <p:cNvSpPr txBox="1"/>
          <p:nvPr/>
        </p:nvSpPr>
        <p:spPr>
          <a:xfrm>
            <a:off x="502158" y="2561607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Enfermeira</a:t>
            </a:r>
            <a:endParaRPr lang="pt-B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45CFA8B-C2C3-4F10-4222-121DFA5F20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5435" y="3018993"/>
            <a:ext cx="831108" cy="831108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999C69-3107-5BD5-252B-5D5AA1E22C30}"/>
              </a:ext>
            </a:extLst>
          </p:cNvPr>
          <p:cNvSpPr txBox="1"/>
          <p:nvPr/>
        </p:nvSpPr>
        <p:spPr>
          <a:xfrm>
            <a:off x="9861042" y="2548094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ThermoTrack</a:t>
            </a:r>
            <a:endParaRPr lang="pt-BR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7000E00D-7F97-6504-B0FC-909179836F3A}"/>
              </a:ext>
            </a:extLst>
          </p:cNvPr>
          <p:cNvSpPr/>
          <p:nvPr/>
        </p:nvSpPr>
        <p:spPr>
          <a:xfrm>
            <a:off x="5638800" y="4800571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60BDE9CD-99A4-3F29-C560-C503F8B4198E}"/>
              </a:ext>
            </a:extLst>
          </p:cNvPr>
          <p:cNvSpPr/>
          <p:nvPr/>
        </p:nvSpPr>
        <p:spPr>
          <a:xfrm>
            <a:off x="7467601" y="2981325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50E32D05-629F-28B1-F378-FCEF91998750}"/>
              </a:ext>
            </a:extLst>
          </p:cNvPr>
          <p:cNvSpPr/>
          <p:nvPr/>
        </p:nvSpPr>
        <p:spPr>
          <a:xfrm>
            <a:off x="3810001" y="2971800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70C0385-73CC-3076-68BE-A87BC790AFB6}"/>
              </a:ext>
            </a:extLst>
          </p:cNvPr>
          <p:cNvSpPr txBox="1"/>
          <p:nvPr/>
        </p:nvSpPr>
        <p:spPr>
          <a:xfrm>
            <a:off x="9270492" y="124497"/>
            <a:ext cx="30099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Paciente</a:t>
            </a:r>
            <a:endParaRPr lang="pt-BR" sz="2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357B2AF-F2CB-0BC5-C699-407845CCD280}"/>
              </a:ext>
            </a:extLst>
          </p:cNvPr>
          <p:cNvSpPr txBox="1"/>
          <p:nvPr/>
        </p:nvSpPr>
        <p:spPr>
          <a:xfrm>
            <a:off x="-89058" y="127719"/>
            <a:ext cx="30099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</a:t>
            </a:r>
            <a:endParaRPr lang="pt-BR" sz="2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21982C5-278F-0B0E-6217-1A07724E0056}"/>
              </a:ext>
            </a:extLst>
          </p:cNvPr>
          <p:cNvSpPr txBox="1"/>
          <p:nvPr/>
        </p:nvSpPr>
        <p:spPr>
          <a:xfrm>
            <a:off x="4591050" y="3190473"/>
            <a:ext cx="30099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Integração</a:t>
            </a:r>
            <a:r>
              <a:rPr lang="en-US" sz="2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</a:t>
            </a:r>
          </a:p>
          <a:p>
            <a:pPr algn="ctr"/>
            <a:r>
              <a:rPr lang="en-US" sz="25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aplicações</a:t>
            </a:r>
            <a:endParaRPr lang="pt-BR" sz="2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B28D4DCA-EA7C-4260-8EC6-8D270867B6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258" y="3047983"/>
            <a:ext cx="781084" cy="781084"/>
          </a:xfrm>
          <a:prstGeom prst="rect">
            <a:avLst/>
          </a:prstGeom>
        </p:spPr>
      </p:pic>
      <p:sp>
        <p:nvSpPr>
          <p:cNvPr id="27" name="Elipse 26">
            <a:extLst>
              <a:ext uri="{FF2B5EF4-FFF2-40B4-BE49-F238E27FC236}">
                <a16:creationId xmlns:a16="http://schemas.microsoft.com/office/drawing/2014/main" id="{84CE425F-222D-1440-B152-49237314BA4D}"/>
              </a:ext>
            </a:extLst>
          </p:cNvPr>
          <p:cNvSpPr/>
          <p:nvPr/>
        </p:nvSpPr>
        <p:spPr>
          <a:xfrm>
            <a:off x="5638467" y="1143029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C4A8B85A-D706-5798-4988-AF00F93E17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2223" y="1106423"/>
            <a:ext cx="987554" cy="987554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9B7F3D9F-E8FA-0800-4A92-34FBCCBB29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467" y="4800571"/>
            <a:ext cx="914400" cy="914400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F6113074-74B8-B608-F60B-A636FFA05B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714" y="3023129"/>
            <a:ext cx="826972" cy="826972"/>
          </a:xfrm>
          <a:prstGeom prst="rect">
            <a:avLst/>
          </a:prstGeom>
        </p:spPr>
      </p:pic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9C02DA1A-A58B-1374-E764-8298E3D6EAED}"/>
              </a:ext>
            </a:extLst>
          </p:cNvPr>
          <p:cNvSpPr/>
          <p:nvPr/>
        </p:nvSpPr>
        <p:spPr>
          <a:xfrm>
            <a:off x="502158" y="2971800"/>
            <a:ext cx="1828800" cy="914400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290F726B-B855-D7D4-0C79-6550C4B80999}"/>
              </a:ext>
            </a:extLst>
          </p:cNvPr>
          <p:cNvSpPr/>
          <p:nvPr/>
        </p:nvSpPr>
        <p:spPr>
          <a:xfrm>
            <a:off x="9861042" y="2976562"/>
            <a:ext cx="1828800" cy="914400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AFBFB218-7D75-65DE-4587-6F8BBF9FCD86}"/>
              </a:ext>
            </a:extLst>
          </p:cNvPr>
          <p:cNvSpPr/>
          <p:nvPr/>
        </p:nvSpPr>
        <p:spPr>
          <a:xfrm>
            <a:off x="7467599" y="3896098"/>
            <a:ext cx="914400" cy="27432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Envio</a:t>
            </a:r>
            <a:r>
              <a:rPr lang="en-US" sz="12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dados</a:t>
            </a:r>
            <a:endParaRPr lang="pt-BR" sz="12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4E155CE4-9D5C-DC62-EA27-C45CA6020BA3}"/>
              </a:ext>
            </a:extLst>
          </p:cNvPr>
          <p:cNvSpPr/>
          <p:nvPr/>
        </p:nvSpPr>
        <p:spPr>
          <a:xfrm>
            <a:off x="5638467" y="2057400"/>
            <a:ext cx="914400" cy="27432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Banco de dados</a:t>
            </a:r>
            <a:endParaRPr lang="pt-BR" sz="12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AD7F3BEC-0D77-9542-3AC9-56D623933157}"/>
              </a:ext>
            </a:extLst>
          </p:cNvPr>
          <p:cNvSpPr/>
          <p:nvPr/>
        </p:nvSpPr>
        <p:spPr>
          <a:xfrm>
            <a:off x="5638467" y="5688449"/>
            <a:ext cx="914400" cy="27432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Análises</a:t>
            </a:r>
            <a:endParaRPr lang="pt-BR" sz="12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F69C50CF-20FC-ABD5-0A89-4CBD4DC44C7F}"/>
              </a:ext>
            </a:extLst>
          </p:cNvPr>
          <p:cNvSpPr/>
          <p:nvPr/>
        </p:nvSpPr>
        <p:spPr>
          <a:xfrm>
            <a:off x="3809999" y="3886171"/>
            <a:ext cx="914400" cy="27432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Solução</a:t>
            </a:r>
            <a:r>
              <a:rPr lang="en-US" sz="13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</a:t>
            </a:r>
            <a:endParaRPr lang="pt-BR" sz="13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1DFB4E4A-CA88-FA6A-3561-A76D7CF2C074}"/>
              </a:ext>
            </a:extLst>
          </p:cNvPr>
          <p:cNvSpPr/>
          <p:nvPr/>
        </p:nvSpPr>
        <p:spPr>
          <a:xfrm>
            <a:off x="730092" y="3896098"/>
            <a:ext cx="1371600" cy="4572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Monitoramento</a:t>
            </a:r>
            <a:endParaRPr lang="pt-BR" sz="12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8DC4CBD7-F43A-A252-6DA7-BD9C00266CB7}"/>
              </a:ext>
            </a:extLst>
          </p:cNvPr>
          <p:cNvSpPr/>
          <p:nvPr/>
        </p:nvSpPr>
        <p:spPr>
          <a:xfrm>
            <a:off x="10094118" y="3892532"/>
            <a:ext cx="1371600" cy="4572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Pulseira</a:t>
            </a:r>
            <a:r>
              <a:rPr lang="en-US" sz="12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coleta dados</a:t>
            </a:r>
            <a:endParaRPr lang="pt-BR" sz="12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Conector: Angulado 46">
            <a:extLst>
              <a:ext uri="{FF2B5EF4-FFF2-40B4-BE49-F238E27FC236}">
                <a16:creationId xmlns:a16="http://schemas.microsoft.com/office/drawing/2014/main" id="{EF3D3868-D71C-B02F-1F45-7BCFCAF5A456}"/>
              </a:ext>
            </a:extLst>
          </p:cNvPr>
          <p:cNvCxnSpPr>
            <a:cxnSpLocks/>
          </p:cNvCxnSpPr>
          <p:nvPr/>
        </p:nvCxnSpPr>
        <p:spPr>
          <a:xfrm rot="10800000">
            <a:off x="8435721" y="3428999"/>
            <a:ext cx="1371600" cy="1"/>
          </a:xfrm>
          <a:prstGeom prst="bentConnector3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do 50">
            <a:extLst>
              <a:ext uri="{FF2B5EF4-FFF2-40B4-BE49-F238E27FC236}">
                <a16:creationId xmlns:a16="http://schemas.microsoft.com/office/drawing/2014/main" id="{7CD10666-50C2-1403-0CDE-9A3693B40B48}"/>
              </a:ext>
            </a:extLst>
          </p:cNvPr>
          <p:cNvCxnSpPr>
            <a:cxnSpLocks/>
          </p:cNvCxnSpPr>
          <p:nvPr/>
        </p:nvCxnSpPr>
        <p:spPr>
          <a:xfrm rot="21600000">
            <a:off x="2384678" y="3436615"/>
            <a:ext cx="1371600" cy="1"/>
          </a:xfrm>
          <a:prstGeom prst="bentConnector3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>
            <a:extLst>
              <a:ext uri="{FF2B5EF4-FFF2-40B4-BE49-F238E27FC236}">
                <a16:creationId xmlns:a16="http://schemas.microsoft.com/office/drawing/2014/main" id="{C9F37339-04B9-09B3-88AB-7B1EB9A963A4}"/>
              </a:ext>
            </a:extLst>
          </p:cNvPr>
          <p:cNvSpPr/>
          <p:nvPr/>
        </p:nvSpPr>
        <p:spPr>
          <a:xfrm>
            <a:off x="959358" y="601551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B866E2C9-F30B-544E-4756-2882FF98331A}"/>
              </a:ext>
            </a:extLst>
          </p:cNvPr>
          <p:cNvSpPr/>
          <p:nvPr/>
        </p:nvSpPr>
        <p:spPr>
          <a:xfrm>
            <a:off x="10318242" y="601551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5" name="Imagem 64">
            <a:extLst>
              <a:ext uri="{FF2B5EF4-FFF2-40B4-BE49-F238E27FC236}">
                <a16:creationId xmlns:a16="http://schemas.microsoft.com/office/drawing/2014/main" id="{78478398-757E-9895-7970-698C5908008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16" y="664369"/>
            <a:ext cx="676469" cy="676469"/>
          </a:xfrm>
          <a:prstGeom prst="rect">
            <a:avLst/>
          </a:prstGeom>
        </p:spPr>
      </p:pic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9CF47B78-8C93-EDA9-3765-40C7C58A2346}"/>
              </a:ext>
            </a:extLst>
          </p:cNvPr>
          <p:cNvSpPr/>
          <p:nvPr/>
        </p:nvSpPr>
        <p:spPr>
          <a:xfrm>
            <a:off x="959358" y="1525849"/>
            <a:ext cx="914400" cy="27432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Hospital</a:t>
            </a:r>
            <a:endParaRPr lang="pt-BR" sz="13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8" name="Imagem 67">
            <a:extLst>
              <a:ext uri="{FF2B5EF4-FFF2-40B4-BE49-F238E27FC236}">
                <a16:creationId xmlns:a16="http://schemas.microsoft.com/office/drawing/2014/main" id="{DC75D576-0753-1207-7D63-B897BEBC83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629" y="664369"/>
            <a:ext cx="681555" cy="681555"/>
          </a:xfrm>
          <a:prstGeom prst="rect">
            <a:avLst/>
          </a:prstGeom>
        </p:spPr>
      </p:pic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AD0F7E61-B124-C14B-C123-8E2CB9F93E8E}"/>
              </a:ext>
            </a:extLst>
          </p:cNvPr>
          <p:cNvSpPr/>
          <p:nvPr/>
        </p:nvSpPr>
        <p:spPr>
          <a:xfrm>
            <a:off x="10318242" y="1467256"/>
            <a:ext cx="914400" cy="27432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Usuário</a:t>
            </a:r>
            <a:endParaRPr lang="pt-BR" sz="13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Conector: Angulado 69">
            <a:extLst>
              <a:ext uri="{FF2B5EF4-FFF2-40B4-BE49-F238E27FC236}">
                <a16:creationId xmlns:a16="http://schemas.microsoft.com/office/drawing/2014/main" id="{70A63654-4D75-804A-FFFD-E57B12C52BE9}"/>
              </a:ext>
            </a:extLst>
          </p:cNvPr>
          <p:cNvCxnSpPr>
            <a:cxnSpLocks/>
          </p:cNvCxnSpPr>
          <p:nvPr/>
        </p:nvCxnSpPr>
        <p:spPr>
          <a:xfrm rot="5400000">
            <a:off x="999569" y="2277389"/>
            <a:ext cx="822960" cy="1"/>
          </a:xfrm>
          <a:prstGeom prst="bentConnector3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: Angulado 70">
            <a:extLst>
              <a:ext uri="{FF2B5EF4-FFF2-40B4-BE49-F238E27FC236}">
                <a16:creationId xmlns:a16="http://schemas.microsoft.com/office/drawing/2014/main" id="{0953E8AD-447E-D383-D636-B69389C590D2}"/>
              </a:ext>
            </a:extLst>
          </p:cNvPr>
          <p:cNvCxnSpPr>
            <a:cxnSpLocks/>
          </p:cNvCxnSpPr>
          <p:nvPr/>
        </p:nvCxnSpPr>
        <p:spPr>
          <a:xfrm rot="5400000">
            <a:off x="10363962" y="2216549"/>
            <a:ext cx="822960" cy="1"/>
          </a:xfrm>
          <a:prstGeom prst="bentConnector3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287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02CCEC-B22B-079B-BE84-FAEF4DDD9E44}"/>
              </a:ext>
            </a:extLst>
          </p:cNvPr>
          <p:cNvSpPr/>
          <p:nvPr/>
        </p:nvSpPr>
        <p:spPr>
          <a:xfrm>
            <a:off x="-93407" y="-157316"/>
            <a:ext cx="12378813" cy="71726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05F33-07D5-54DE-1B65-0C13AC1B2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Participantes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0A997-C78C-BC03-3A37-B36A3B835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>
                <a:solidFill>
                  <a:schemeClr val="bg1"/>
                </a:solidFill>
              </a:rPr>
              <a:t>Andressa Lustro, </a:t>
            </a:r>
          </a:p>
          <a:p>
            <a:r>
              <a:rPr lang="pt-BR" dirty="0">
                <a:solidFill>
                  <a:schemeClr val="bg1"/>
                </a:solidFill>
              </a:rPr>
              <a:t>Gabriel Ortiz,</a:t>
            </a:r>
          </a:p>
          <a:p>
            <a:r>
              <a:rPr lang="pt-BR" dirty="0">
                <a:solidFill>
                  <a:schemeClr val="bg1"/>
                </a:solidFill>
              </a:rPr>
              <a:t> Gustavo de Souza, </a:t>
            </a:r>
          </a:p>
          <a:p>
            <a:r>
              <a:rPr lang="pt-BR" dirty="0">
                <a:solidFill>
                  <a:schemeClr val="bg1"/>
                </a:solidFill>
              </a:rPr>
              <a:t>Leandro Bezerra, </a:t>
            </a:r>
          </a:p>
          <a:p>
            <a:r>
              <a:rPr lang="pt-BR" dirty="0">
                <a:solidFill>
                  <a:schemeClr val="bg1"/>
                </a:solidFill>
              </a:rPr>
              <a:t>Tawan Lander, </a:t>
            </a:r>
          </a:p>
          <a:p>
            <a:r>
              <a:rPr lang="pt-BR" dirty="0">
                <a:solidFill>
                  <a:schemeClr val="bg1"/>
                </a:solidFill>
              </a:rPr>
              <a:t>Vinícius Guimarães. 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endParaRPr lang="pt-B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</a:rPr>
              <a:t>Grupo 8 ADSB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1723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50</Words>
  <Application>Microsoft Office PowerPoint</Application>
  <PresentationFormat>Widescreen</PresentationFormat>
  <Paragraphs>27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PowerPoint Presentation</vt:lpstr>
      <vt:lpstr>Participantes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Leandro Mendes</dc:creator>
  <cp:lastModifiedBy>LEANDRO BEZERRA MENDES</cp:lastModifiedBy>
  <cp:revision>3</cp:revision>
  <dcterms:created xsi:type="dcterms:W3CDTF">2026-04-12T15:52:18Z</dcterms:created>
  <dcterms:modified xsi:type="dcterms:W3CDTF">2026-04-13T12:17:34Z</dcterms:modified>
</cp:coreProperties>
</file>